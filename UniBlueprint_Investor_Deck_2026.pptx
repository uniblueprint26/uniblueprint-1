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B894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2EDE4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Legal &amp; Setup</c:v>
                  </c:pt>
                  <c:pt idx="1">
                    <c:v>Product &amp; Tech</c:v>
                  </c:pt>
                  <c:pt idx="2">
                    <c:v>Marketing</c:v>
                  </c:pt>
                  <c:pt idx="3">
                    <c:v>Operations</c:v>
                  </c:pt>
                  <c:pt idx="4">
                    <c:v>Launch Buffer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5000</c:v>
                </c:pt>
                <c:pt idx="3">
                  <c:v>3000</c:v>
                </c:pt>
                <c:pt idx="4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2EDE4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8A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Cover. Introduce yourself and the company briefly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The Problem. Four key pain points the platform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The Solution. Walk through each product pillar.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Market Opportunity. Ireland first, UK next, then Europe and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Business Model. Five revenue streams; subscriptions are the core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Traction. Emphasise speed of execution from founding to launch-ready.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Team. Led by Desmond with dedicated leads across every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Roadmap. Three phases: Ireland scale, partner ecosystem, UK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The Ask. €25,000 pre-seed. Open to equity, SAFE, or convertible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Closing. Reiterate the vision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64592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UBP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463040" cy="18288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70432"/>
            <a:ext cx="1463040" cy="9144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DECK  —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Your Success.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821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UniBlueprint is Ireland's all-in-one ecosystem for young people aged 17–25, uniting academic support, career coaching, lifestyle, community, and financial tools in a single platform.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377440" cy="32004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€25,000  ·  Pre-Seed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Yobouet  —  Founder &amp; CEO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young person needs is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scattered, expensive, and hard to find.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19072"/>
            <a:ext cx="3886200" cy="100584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&amp; Career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Grinds, CAO guidance, CV help, interview prep — spread across dozens of platforms with no quality standard and no student pricing.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719072"/>
            <a:ext cx="3886200" cy="100584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 &amp; Skills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06654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coaches, trading mentors, creative tutors — no trusted directory, no vetting, no central booking. Found through word of mouth or luck.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886200" cy="100584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&amp; Wellbeing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27355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deals, local discounts, mental health support — buried in Google searches, rarely affordable, and almost never in one place.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2926080"/>
            <a:ext cx="3886200" cy="100584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0175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Budgeting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327355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listings, carpooling, SUSI guidance — split between Facebook groups, Daft, and outdated government websites.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8138160" cy="3657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507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people are navigating everything alone, across everything, every 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need. Every stage.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8191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099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interconnected products. One login. Built around the life of a young person in Ireland.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176272"/>
            <a:ext cx="5074920" cy="4297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258568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212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Blueprint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career support — free for everyone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5074920" cy="4297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761488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715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Blueprint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9264" y="29169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coaching across 12+ verified specialisms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5074920" cy="4297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264408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2186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Blueprint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9264" y="34198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Deals, fitness, nutrition — mental health always free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685032"/>
            <a:ext cx="5074920" cy="4297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67328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721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Connect + Course Connect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39227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Accommodation, carpooling, events, study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187952"/>
            <a:ext cx="5074920" cy="4297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270248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 Tool + Ad 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44256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SUSI calculator, financial planning, peer listings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53328" y="320040"/>
            <a:ext cx="2578608" cy="4572000"/>
          </a:xfrm>
          <a:prstGeom prst="roundRect">
            <a:avLst>
              <a:gd name="adj" fmla="val 19504"/>
            </a:avLst>
          </a:prstGeom>
          <a:solidFill>
            <a:srgbClr val="040D1A"/>
          </a:solidFill>
          <a:ln w="19050">
            <a:solidFill>
              <a:srgbClr val="2A4A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3992" y="320040"/>
            <a:ext cx="914400" cy="201168"/>
          </a:xfrm>
          <a:prstGeom prst="rect">
            <a:avLst/>
          </a:prstGeom>
          <a:solidFill>
            <a:srgbClr val="040D1A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685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Blueprint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932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Des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99632" y="1188720"/>
            <a:ext cx="2286000" cy="713232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2435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291072" y="14081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Optimisation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1072" y="16093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submit — Pro queue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99632" y="1993392"/>
            <a:ext cx="2286000" cy="713232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91072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Session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24140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Coach: Ali — Tue 4pm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99632" y="2798064"/>
            <a:ext cx="2286000" cy="713232"/>
          </a:xfrm>
          <a:prstGeom prst="rect">
            <a:avLst/>
          </a:prstGeom>
          <a:solidFill>
            <a:srgbClr val="0D2018"/>
          </a:solidFill>
          <a:ln w="6350">
            <a:solidFill>
              <a:srgbClr val="1A4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852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E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291072" y="3017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new deals nearby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91072" y="32186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explore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053328" y="4407408"/>
            <a:ext cx="2578608" cy="384048"/>
          </a:xfrm>
          <a:prstGeom prst="rect">
            <a:avLst/>
          </a:prstGeom>
          <a:solidFill>
            <a:srgbClr val="040D1A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444398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   Campus      Connect      Me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in Ireland.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world.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9047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1938528" cy="132588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17-25 year olds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 —  Now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1645920"/>
            <a:ext cx="1938528" cy="132588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7830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60904" y="23957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17-25 year olds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60904" y="258775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—  2027+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36008" y="1645920"/>
            <a:ext cx="1938528" cy="132588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7830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27448" y="23957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17-25 year olds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7448" y="258775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 —  Later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02552" y="1645920"/>
            <a:ext cx="1938528" cy="132588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7830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93992" y="23957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15-24 year olds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93992" y="258775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 —  Vision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8138160" cy="91440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apprentices, gap-year and working young adults — anyone 17-25 building their future.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27248" y="3291840"/>
            <a:ext cx="9144" cy="658368"/>
          </a:xfrm>
          <a:prstGeom prst="rect">
            <a:avLst/>
          </a:prstGeom>
          <a:solidFill>
            <a:srgbClr val="2A4A75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255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€4.2M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91840" y="3657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ARR at 10% Irish penetration — Pro subs alone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3255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89320" y="3291840"/>
            <a:ext cx="9144" cy="658368"/>
          </a:xfrm>
          <a:prstGeom prst="rect">
            <a:avLst/>
          </a:prstGeom>
          <a:solidFill>
            <a:srgbClr val="2A4A75"/>
          </a:solidFill>
          <a:ln/>
        </p:spPr>
      </p:sp>
      <p:sp>
        <p:nvSpPr>
          <p:cNvPr id="30" name="Text 28"/>
          <p:cNvSpPr/>
          <p:nvPr/>
        </p:nvSpPr>
        <p:spPr>
          <a:xfrm>
            <a:off x="6144768" y="32552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students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UniBlueprint is not a student app. It is an ecosystem for every young person, regardless of their path.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revenue streams.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64208"/>
            <a:ext cx="1554480" cy="1417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€6.99/mo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monthly or €49.99/yr</a:t>
            </a:r>
            <a:endParaRPr lang="en-US" sz="8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than €1 per week)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664208"/>
            <a:ext cx="1554480" cy="1417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3042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 every coach</a:t>
            </a:r>
            <a:endParaRPr lang="en-US" sz="8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1664208"/>
            <a:ext cx="1554480" cy="1417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764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+ Platform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23042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% plus partner</a:t>
            </a:r>
            <a:endParaRPr lang="en-US" sz="8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rental fee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664208"/>
            <a:ext cx="1554480" cy="1417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€4.99/mo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3042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listing/month,</a:t>
            </a:r>
            <a:endParaRPr lang="en-US" sz="8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paid tier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69480" y="1664208"/>
            <a:ext cx="1554480" cy="1417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60920" y="23042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employers</a:t>
            </a:r>
            <a:endParaRPr lang="en-US" sz="8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integrate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273552"/>
            <a:ext cx="8138160" cy="1024128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383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— Always Free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free for everyone, forever. Mental health services never behind any paywall on any tier.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0" y="3383280"/>
            <a:ext cx="9144" cy="749808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383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3584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€6.99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833872" y="3383280"/>
            <a:ext cx="9144" cy="749808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— less than €1 a week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3584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€49.99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to launch in under six months.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1938528" cy="12801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COACHES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PLATFORM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38528" cy="12801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002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1938528" cy="12801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002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2194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AREAS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1938528" cy="12801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002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'26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66560" y="2194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spc="50" kern="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CONFIRMED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3977640" cy="1627632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Status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30098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" y="32735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 built and in testing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57530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" y="3547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live (pre-launch)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849624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" y="38221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onboarding in progress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123944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" y="4096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trial month confirmed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34640"/>
            <a:ext cx="3977640" cy="1627632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Feb 2026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18888" y="36941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founding to a 60+ person team, 20+ verified coaches, and 30+ business partners in under six months. September launch on track.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young people, for young people.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8138160" cy="73152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530352" cy="530352"/>
          </a:xfrm>
          <a:prstGeom prst="ellipse">
            <a:avLst/>
          </a:prstGeom>
          <a:solidFill>
            <a:srgbClr val="B8945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9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Desmond Yobouet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099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14813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vision, strategy, partnerships, product direction, and growth.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Tayyab Ali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Dev Lead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2286000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350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Emmanuel Fasanmi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Strategy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2286000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50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Alexandru Leva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5603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2286000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350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Adewamiwa Ogunwusi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5603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862072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Basmali Shawi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136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Lead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2862072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 Matundu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136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Ads Lead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862072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Elizabeth Burcovschi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136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Social Lead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862072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Fuwad Ayuba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136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Growth Lead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3438144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502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Daniel Gough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3712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Ops Lead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0" y="3438144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3502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Aidan Keville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712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Outreach Lead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3438144"/>
            <a:ext cx="1965960" cy="5029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502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Sienna Keane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3712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438144"/>
            <a:ext cx="1965960" cy="50292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675120" y="3749040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Ireland first. Then the world.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1615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2633472" cy="288036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04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2026 — 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Across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Irish Campuses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via Campus Handlers, communities, and partnerships. Target 250,000+ third-level students and young adults across Ireland.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21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55264" y="1371600"/>
            <a:ext cx="2633472" cy="288036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904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92424" y="16824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2028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92424" y="1874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Partner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92424" y="2578608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Lifestyle, Elevation, and Foundation — more coaches, businesses, career services, and educational partners on the platform.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92424" y="3749040"/>
            <a:ext cx="91440" cy="91440"/>
          </a:xfrm>
          <a:prstGeom prst="ellipse">
            <a:avLst/>
          </a:prstGeom>
          <a:solidFill>
            <a:srgbClr val="4E4A47"/>
          </a:solidFill>
          <a:ln/>
        </p:spPr>
      </p:sp>
      <p:sp>
        <p:nvSpPr>
          <p:cNvPr id="19" name="Text 17"/>
          <p:cNvSpPr/>
          <p:nvPr/>
        </p:nvSpPr>
        <p:spPr>
          <a:xfrm>
            <a:off x="3529584" y="3721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07608" y="1371600"/>
            <a:ext cx="2633472" cy="288036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4904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4768" y="16824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1874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Expansion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44768" y="2578608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UniBlueprint has strong traction in Ireland, expand into the UK, adapting the platform for 8M+ young people.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44768" y="3749040"/>
            <a:ext cx="91440" cy="91440"/>
          </a:xfrm>
          <a:prstGeom prst="ellipse">
            <a:avLst/>
          </a:prstGeom>
          <a:solidFill>
            <a:srgbClr val="4E4A47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721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43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8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"Our immediate goal is to establish UniBlueprint as Ireland's leading ecosystem for young people, then use that foundation to scale internationally."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€25,000 Pre-Seed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664208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681728"/>
            <a:ext cx="4480560" cy="9144"/>
          </a:xfrm>
          <a:prstGeom prst="rect">
            <a:avLst/>
          </a:prstGeom>
          <a:solidFill>
            <a:srgbClr val="2A4A7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718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4690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D4A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€25,000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303520" y="1371600"/>
            <a:ext cx="3337560" cy="2743200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58968" y="1499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&amp; Stage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58968" y="1847088"/>
            <a:ext cx="3017520" cy="9144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13" name="Text 10"/>
          <p:cNvSpPr/>
          <p:nvPr/>
        </p:nvSpPr>
        <p:spPr>
          <a:xfrm>
            <a:off x="5458968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37960" y="1883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58968" y="2414016"/>
            <a:ext cx="3017520" cy="9144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16" name="Text 13"/>
          <p:cNvSpPr/>
          <p:nvPr/>
        </p:nvSpPr>
        <p:spPr>
          <a:xfrm>
            <a:off x="5458968" y="2468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3796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€25,000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58968" y="2980944"/>
            <a:ext cx="3017520" cy="9144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19" name="Text 16"/>
          <p:cNvSpPr/>
          <p:nvPr/>
        </p:nvSpPr>
        <p:spPr>
          <a:xfrm>
            <a:off x="5458968" y="30358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3796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 operating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58968" y="3547872"/>
            <a:ext cx="3017520" cy="9144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22" name="Text 19"/>
          <p:cNvSpPr/>
          <p:nvPr/>
        </p:nvSpPr>
        <p:spPr>
          <a:xfrm>
            <a:off x="5458968" y="3602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37960" y="3584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Equity, SAFE, or convertible note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(valuation to be agreed)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03520" y="4224528"/>
            <a:ext cx="3337560" cy="658368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58968" y="42976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UniBlueprint is approaching its public launch with platform, technology, and initial partner network in place. This raise gets us to market and establishes infrastructure to scale.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743200" cy="274320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280160" cy="16459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15568"/>
            <a:ext cx="1280160" cy="9144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98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Ireland's ecosystem for young people.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world.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292608" cy="13716"/>
          </a:xfrm>
          <a:prstGeom prst="rect">
            <a:avLst/>
          </a:prstGeom>
          <a:solidFill>
            <a:srgbClr val="B894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UniBlueprint is the structure behind a generation's success. One platform. Every tool they need. Every stage of the journey.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1016813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64992"/>
            <a:ext cx="101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Coaches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56893" y="3364992"/>
            <a:ext cx="1082650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6893" y="3364992"/>
            <a:ext cx="108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Partners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30982" y="3364992"/>
            <a:ext cx="819302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0982" y="3364992"/>
            <a:ext cx="819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1725" y="3364992"/>
            <a:ext cx="1345997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1725" y="3364992"/>
            <a:ext cx="1345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Feb 2026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79162" y="3364992"/>
            <a:ext cx="1345997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9162" y="3364992"/>
            <a:ext cx="1345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2026 Launch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16598" y="3364992"/>
            <a:ext cx="1148486" cy="274320"/>
          </a:xfrm>
          <a:prstGeom prst="rect">
            <a:avLst/>
          </a:prstGeom>
          <a:solidFill>
            <a:srgbClr val="0F1E30"/>
          </a:solidFill>
          <a:ln w="6350">
            <a:solidFill>
              <a:srgbClr val="2A4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6598" y="3364992"/>
            <a:ext cx="1148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€25K Pre-Seed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4754880" cy="896112"/>
          </a:xfrm>
          <a:prstGeom prst="rect">
            <a:avLst/>
          </a:prstGeom>
          <a:solidFill>
            <a:srgbClr val="191E28"/>
          </a:solidFill>
          <a:ln w="7620">
            <a:solidFill>
              <a:srgbClr val="B894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31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Desmond Yobouet — Founder &amp; CEO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0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UniBlueprint  ·  uniblueprint.com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4531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4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UniBlueprint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UniBlueprint — Pre-Seed Investment Deck 2026</dc:title>
  <dc:subject>Investment Deck</dc:subject>
  <dc:creator>UniBlueprint</dc:creator>
  <cp:lastModifiedBy>UniBlueprint</cp:lastModifiedBy>
  <cp:revision>1</cp:revision>
  <dcterms:created xsi:type="dcterms:W3CDTF">2026-08-07T18:56:50Z</dcterms:created>
  <dcterms:modified xsi:type="dcterms:W3CDTF">2026-08-07T18:56:50Z</dcterms:modified>
</cp:coreProperties>
</file>